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real Linux shell in C with job control, plus a desktop UI that shows live process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verbs in the problem statement map directly to four features of the 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functional tests, not performance benchmarks. Reproduce with make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6301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40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./mini_shell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Linux Shell with Background Job Management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D1A0"/>
                </a:solidFill>
              </a:rPr>
              <a:t>Command execution, background jobs, job listing and process termination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E6DB"/>
                </a:solidFill>
              </a:rPr>
              <a:t>Y25 B.Tech II Year Term-IV Hackathon  |  Team 20  |  Problem 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B4"/>
                </a:solidFill>
              </a:rPr>
              <a:t>Koneru Lakshmaiah Education Foundation  |  Operating Systems and Systems Programming (25CS2104E)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and hackathon details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9D55"/>
                </a:solidFill>
              </a:rPr>
              <a:t>Team 20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64208"/>
            <a:ext cx="402336" cy="402336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00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1C"/>
                </a:solidFill>
              </a:rPr>
              <a:t>K. Keathana Vikashini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2520090236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14016"/>
            <a:ext cx="402336" cy="402336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350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1C"/>
                </a:solidFill>
              </a:rPr>
              <a:t>Lahari Namala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6334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2520090226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63824"/>
            <a:ext cx="402336" cy="402336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998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1C"/>
                </a:solidFill>
              </a:rPr>
              <a:t>Palvadi Bhagyasri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383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2520080024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913632"/>
            <a:ext cx="402336" cy="402336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8496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1C"/>
                </a:solidFill>
              </a:rPr>
              <a:t>Poojitha Challa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1330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2520090234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55448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0D1B14"/>
          </a:solidFill>
          <a:ln w="12700">
            <a:solidFill>
              <a:srgbClr val="0D1B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0" y="16459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FD1A0"/>
                </a:solidFill>
              </a:rPr>
              <a:t>Exam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Y25-B.Tech. II Year Term-IV Hackathon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FD1A0"/>
                </a:solidFill>
              </a:rPr>
              <a:t>Date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17-Oct-2026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FD1A0"/>
                </a:solidFill>
              </a:rPr>
              <a:t>Course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Operating Systems and Systems Programming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FD1A0"/>
                </a:solidFill>
              </a:rPr>
              <a:t>Code / Section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25CS2104E  |  S13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FD1A0"/>
                </a:solidFill>
              </a:rPr>
              <a:t>Branch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CSE, CS&amp;IT, AI&amp;DS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Koneru Lakshmaiah Education Foundation (Deemed to be University)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261C"/>
                </a:solidFill>
              </a:rPr>
              <a:t>Build a shell that runs commands, lets selected jobs continue independently of the prompt, and gives the user control and visibility over those jobs.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70048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Run external programs with arguments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21945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670048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Keep the prompt free using &amp;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1945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670048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Show every job with PID and state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219456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670048"/>
            <a:ext cx="15544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Stop, resume or kill a chosen job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97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</a:rPr>
              <a:t>Parse command lines, quotes and a trailing &amp;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097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</a:rPr>
              <a:t>Run programs through fork and exec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</a:rPr>
              <a:t>Foreground and background execution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</a:rPr>
              <a:t>Job table with unique job IDs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</a:rPr>
              <a:t>Built-ins: jobs, fg, bg, kill, cd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</a:rPr>
              <a:t>Shield the shell from Ctrl+C and Ctrl+Z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840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</a:rPr>
              <a:t>Reap children promptly, clean up at exit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3840480"/>
            <a:ext cx="502920" cy="50292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3840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61C"/>
                </a:solidFill>
              </a:rPr>
              <a:t>Desktop UI for a live demonstration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Operating-system concepts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child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fork in shell, execvp in child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groups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7276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Child PID = job PGID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441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vs background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80720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Terminal ownership via tcsetpgrp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441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80720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INT, TSTP, CHLD, TERM, STOP, CONT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prevention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04164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waitpid reaps every child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5661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041648"/>
            <a:ext cx="3657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PTY, self-pipe, Unix datagrams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design: three layers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301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D1A0"/>
                </a:solidFill>
              </a:rPr>
              <a:t>Desktop UI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6DB"/>
                </a:solidFill>
              </a:rPr>
              <a:t>Python / Tkinter  |  Command entry, output view, jobs panel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524"/>
                </a:solidFill>
              </a:rPr>
              <a:t>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301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D1A0"/>
                </a:solidFill>
              </a:rPr>
              <a:t>PTY transport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6DB"/>
                </a:solidFill>
              </a:rPr>
              <a:t>Pseudo-terminal  |  Gives the C shell a real controlling terminal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1546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524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301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D1A0"/>
                </a:solidFill>
              </a:rPr>
              <a:t>C core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6DB"/>
                </a:solidFill>
              </a:rPr>
              <a:t>mini_shell.c  |  Parsing, job table, fork/exec, signals, cleanup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16301F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</a:rPr>
              <a:t>Linux kernel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16916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Schedules processes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Enforces terminal access by process group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Delivers signals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Holds child exit status until reaped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B4"/>
                </a:solidFill>
              </a:rPr>
              <a:t>Status flows back to the UI over a private local channel. Python never executes commands.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command runs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DDF0E4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Read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65376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</a:rPr>
              <a:t>Poll for input or child event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18872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Parse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1865376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</a:rPr>
              <a:t>Quotes, escapes, final &amp;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DDF0E4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Built-in?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1865376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</a:rPr>
              <a:t>cd, jobs, fg, bg, kill run in parent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Fork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1865376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</a:rPr>
              <a:t>Allocate job slot, create child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18872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DDF0E4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Group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865376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</a:rPr>
              <a:t>setpgid in parent and child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1188720"/>
            <a:ext cx="1234440" cy="1371600"/>
          </a:xfrm>
          <a:prstGeom prst="roundRect">
            <a:avLst>
              <a:gd name="adj" fmla="val 592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1261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572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61C"/>
                </a:solidFill>
              </a:rPr>
              <a:t>Exec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1865376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</a:rPr>
              <a:t>Child calls execvp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DDF0E4"/>
          </a:solidFill>
          <a:ln w="12700">
            <a:solidFill>
              <a:srgbClr val="DDF0E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job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310128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Terminal ownership moves to the job group. Shell waits until it exits or stops, then takes the terminal back.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283464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4632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(&amp;)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3310128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Shell keeps the terminal and returns to the prompt at once. SIGCHLD wakes the loop and waitpid reaps the child.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table and job states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0D1B14"/>
          </a:solidFill>
          <a:ln w="12700">
            <a:solidFill>
              <a:srgbClr val="0D1B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pid_t pid, pgid;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state;   // RUNNING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// STOPPED, DONE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 foreground;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status;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command[...];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 termios modes;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Job;   // Job jobs[32];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188720"/>
            <a:ext cx="365760" cy="36576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77840" y="1097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61C"/>
                </a:solidFill>
              </a:rPr>
              <a:t>Running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2"/>
                </a:solidFill>
              </a:rPr>
              <a:t>Executing or waiting in the background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2103120"/>
            <a:ext cx="365760" cy="36576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78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61C"/>
                </a:solidFill>
              </a:rPr>
              <a:t>Stopped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2"/>
                </a:solidFill>
              </a:rPr>
              <a:t>Suspended by Ctrl+Z or SIGSTOP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3017520"/>
            <a:ext cx="365760" cy="365760"/>
          </a:xfrm>
          <a:prstGeom prst="ellipse">
            <a:avLst/>
          </a:prstGeom>
          <a:solidFill>
            <a:srgbClr val="5B6B62"/>
          </a:solidFill>
          <a:ln w="12700">
            <a:solidFill>
              <a:srgbClr val="5B6B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61C"/>
                </a:solidFill>
              </a:rPr>
              <a:t>Done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291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2"/>
                </a:solidFill>
              </a:rPr>
              <a:t>Exited or killed, status saved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Fixed table of 32 slots. Finished slots are reused; active jobs are never evicted.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handling and correctness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handlers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3657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Handlers only set a flag and write a wake-up byte. Reaping, printing and UI updates run in the main loop (self-pipe trick).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protection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72768"/>
            <a:ext cx="3657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Shell ignores terminal stop signals. Children restore default signals before exec.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55848"/>
            <a:ext cx="3657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A new child cannot read the terminal until ownership is transferred to its process group.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resume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355848"/>
            <a:ext cx="3657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Ctrl+Z stops a job (SIGTSTP). bg continues it; fg restores its saved terminal modes.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and commands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D1B14"/>
          </a:solidFill>
          <a:ln w="12700">
            <a:solidFill>
              <a:srgbClr val="0D1B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30 &amp;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Start a background job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D1B14"/>
          </a:solidFill>
          <a:ln w="12700">
            <a:solidFill>
              <a:srgbClr val="0D1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64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664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List jobs, PIDs and states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D1B14"/>
          </a:solidFill>
          <a:ln w="12700">
            <a:solidFill>
              <a:srgbClr val="0D1B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311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 %N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2311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Bring a job to the foreground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D1B14"/>
          </a:solidFill>
          <a:ln w="12700">
            <a:solidFill>
              <a:srgbClr val="0D1B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980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 %N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27980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Resume a stopped job in background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D1B14"/>
          </a:solidFill>
          <a:ln w="12700">
            <a:solidFill>
              <a:srgbClr val="0D1B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64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 [-SIG] %N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364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TERM, INT, KILL, STOP, CONT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D1B14"/>
          </a:solidFill>
          <a:ln w="12700">
            <a:solidFill>
              <a:srgbClr val="0D1B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cd, pwd, help, exit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Built-ins run in the parent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109728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DDF0E4"/>
          </a:solidFill>
          <a:ln w="12700">
            <a:solidFill>
              <a:srgbClr val="DDF0E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1207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UI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1572768"/>
            <a:ext cx="246888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Command entry with history. Jobs panel with real PIDs and states. Buttons for Foreground, Stop, Resume, Terminate. Controls act only on jobs this shell tracks.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64208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Shell core and job control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 APIs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1664208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fork, execvp, waitpid, setpgid, tcsetpgrp, poll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1616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Tkinter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1664208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Desktop interface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+ make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01568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-Wall -Wextra -Wpedantic -O2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64408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47288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 and sockets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47288" y="3401568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Terminal I/O and status channel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71616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54496" y="30358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unittest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3401568"/>
            <a:ext cx="2240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Real-process integration tests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FD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6DB"/>
                </a:solidFill>
              </a:rPr>
              <a:t>integration tests passed on real processes in a controlling PTY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4B4"/>
                </a:solidFill>
              </a:rPr>
              <a:t>0 compiler warnings with strict flags. GUI smoke test passed.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005840"/>
            <a:ext cx="5029200" cy="3611880"/>
          </a:xfrm>
          <a:prstGeom prst="roundRect">
            <a:avLst>
              <a:gd name="adj" fmla="val 2025"/>
            </a:avLst>
          </a:prstGeom>
          <a:solidFill>
            <a:srgbClr val="16301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1097280"/>
            <a:ext cx="4663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Commands, quoted arguments, literal &amp;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cd in parent; missing directory error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Background sleep; shell stays responsive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Auto-completion, child reaped from /proc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fg + Ctrl+C: result 130, shell regains terminal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Ctrl+Z, bg, STOP, fg resume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SIGTERM on stopped job: result 143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Background cat gets SIGTTIN; fg allows input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Bad command, syntax errors, bad job IDs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PASS  Exit cleans up running and stopped jobs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DDF0E4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55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pwd, 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55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sleep 30 &amp;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DDF0E4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55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echo still-responsive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55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783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jobs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DDF0E4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55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337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Foreground, then Stop (^Z)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28346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55"/>
                </a:solidFill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337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Resume, then Terminate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DDF0E4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55"/>
                </a:solidFill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3337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sleep 2 &amp; auto-completes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283464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1F7F3"/>
          </a:solidFill>
          <a:ln w="12700">
            <a:solidFill>
              <a:srgbClr val="F1F7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55"/>
                </a:solidFill>
              </a:rPr>
              <a:t>8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3337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61C"/>
                </a:solidFill>
              </a:rPr>
              <a:t>not_a_command, then exit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365760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61C"/>
                </a:solidFill>
              </a:rPr>
              <a:t>No pipes, redirection or wildcards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61C"/>
                </a:solidFill>
              </a:rPr>
              <a:t>One program per job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61C"/>
                </a:solidFill>
              </a:rPr>
              <a:t>Line-based UI, not a full terminal emulator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61C"/>
                </a:solidFill>
              </a:rPr>
              <a:t>Job table bounded at 32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DDF0E4"/>
          </a:solidFill>
          <a:ln w="12700">
            <a:solidFill>
              <a:srgbClr val="DDF0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72768"/>
            <a:ext cx="365760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61C"/>
                </a:solidFill>
              </a:rPr>
              <a:t>Pipelines and I/O redirection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61C"/>
                </a:solidFill>
              </a:rPr>
              <a:t>Persistent history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61C"/>
                </a:solidFill>
              </a:rPr>
              <a:t>Full terminal emulator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261C"/>
                </a:solidFill>
              </a:rPr>
              <a:t>Multi-process jobs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E6DB"/>
                </a:solidFill>
              </a:rPr>
              <a:t>Hidden OS mechanisms become visible: real PIDs, state transitions and terminal ownership. A hands-on way to learn and demonstrate process management.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FD1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inalGreen">
  <a:themeElements>
    <a:clrScheme name="TerminalGreen">
      <a:dk1>
        <a:srgbClr val="0D1B14"/>
      </a:dk1>
      <a:lt1>
        <a:srgbClr val="FFFFFF"/>
      </a:lt1>
      <a:dk2>
        <a:srgbClr val="123524"/>
      </a:dk2>
      <a:lt2>
        <a:srgbClr val="F1F7F3"/>
      </a:lt2>
      <a:accent1>
        <a:srgbClr val="1F9D55"/>
      </a:accent1>
      <a:accent2>
        <a:srgbClr val="F5A524"/>
      </a:accent2>
      <a:accent3>
        <a:srgbClr val="2F6F4F"/>
      </a:accent3>
      <a:accent4>
        <a:srgbClr val="7FD1A0"/>
      </a:accent4>
      <a:accent5>
        <a:srgbClr val="E5534B"/>
      </a:accent5>
      <a:accent6>
        <a:srgbClr val="4C8DFF"/>
      </a:accent6>
      <a:hlink>
        <a:srgbClr val="1F9D55"/>
      </a:hlink>
      <a:folHlink>
        <a:srgbClr val="2F6F4F"/>
      </a:folHlink>
    </a:clrScheme>
    <a:fontScheme name="Terminal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Linux Shell with Background Job Management</dc:title>
  <dc:subject>PptxGenJS Presentation</dc:subject>
  <dc:creator>PptxGenJS</dc:creator>
  <cp:lastModifiedBy>PptxGenJS</cp:lastModifiedBy>
  <cp:revision>1</cp:revision>
  <dcterms:created xsi:type="dcterms:W3CDTF">2026-10-17T05:48:44Z</dcterms:created>
  <dcterms:modified xsi:type="dcterms:W3CDTF">2026-10-17T05:48:44Z</dcterms:modified>
</cp:coreProperties>
</file>